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3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  <p:sldMasterId id="2147483834" r:id="rId5"/>
  </p:sldMasterIdLst>
  <p:notesMasterIdLst>
    <p:notesMasterId r:id="rId11"/>
  </p:notesMasterIdLst>
  <p:sldIdLst>
    <p:sldId id="2199" r:id="rId6"/>
    <p:sldId id="2147378293" r:id="rId7"/>
    <p:sldId id="2147378294" r:id="rId8"/>
    <p:sldId id="2147378295" r:id="rId9"/>
    <p:sldId id="2147378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ABF033-C1D3-4705-8CD2-065D0A8C8F33}" name="Usuário Convidado" initials="UC" userId="S::urn:spo:anon#af4e38ced9894be6077598aefc8e5a862f5479c42d4b27370c28aa8d4c35640c::" providerId="AD"/>
  <p188:author id="{4807D1DF-28A2-9FE9-D47E-963C9B52A0C9}" name="João Pedro Grolli de Andrade" initials="JPGdA" userId="S::joao.grolli@caexperts.com.br::6011cb18-47c2-4b98-8af1-4a919228e1b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ão Pedro Grolli de Andrade" initials="JP" lastIdx="2" clrIdx="0">
    <p:extLst>
      <p:ext uri="{19B8F6BF-5375-455C-9EA6-DF929625EA0E}">
        <p15:presenceInfo xmlns:p15="http://schemas.microsoft.com/office/powerpoint/2012/main" userId="S::joao.grolli@caexperts.com.br::6011cb18-47c2-4b98-8af1-4a919228e1b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985"/>
    <a:srgbClr val="242834"/>
    <a:srgbClr val="030F24"/>
    <a:srgbClr val="00A8FF"/>
    <a:srgbClr val="C7D4DC"/>
    <a:srgbClr val="C7C7C7"/>
    <a:srgbClr val="F4F4F4"/>
    <a:srgbClr val="0070C0"/>
    <a:srgbClr val="869AA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3CBE3-BF52-52E2-BBA4-533510E52E89}" v="273" dt="2025-12-05T21:25:05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BB564-C276-46D8-9F21-4DA3F9CAA111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E229B-A0CE-4C83-A077-2A9F395FB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74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Relationship Id="rId4" Type="http://schemas.microsoft.com/office/2007/relationships/hdphoto" Target="../media/hdphoto1.wdp"/><Relationship Id="rId5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arallelogram 37">
            <a:extLst>
              <a:ext uri="{FF2B5EF4-FFF2-40B4-BE49-F238E27FC236}">
                <a16:creationId xmlns:a16="http://schemas.microsoft.com/office/drawing/2014/main" id="{8CCE0E4B-7912-41BD-AABE-C5AF1CF4EE80}"/>
              </a:ext>
            </a:extLst>
          </p:cNvPr>
          <p:cNvSpPr/>
          <p:nvPr/>
        </p:nvSpPr>
        <p:spPr>
          <a:xfrm>
            <a:off x="-2140" y="805504"/>
            <a:ext cx="5346929" cy="476116"/>
          </a:xfrm>
          <a:custGeom>
            <a:avLst/>
            <a:gdLst>
              <a:gd name="connsiteX0" fmla="*/ 0 w 6857182"/>
              <a:gd name="connsiteY0" fmla="*/ 624973 h 624973"/>
              <a:gd name="connsiteX1" fmla="*/ 579406 w 6857182"/>
              <a:gd name="connsiteY1" fmla="*/ 0 h 624973"/>
              <a:gd name="connsiteX2" fmla="*/ 6857182 w 6857182"/>
              <a:gd name="connsiteY2" fmla="*/ 0 h 624973"/>
              <a:gd name="connsiteX3" fmla="*/ 6277776 w 6857182"/>
              <a:gd name="connsiteY3" fmla="*/ 624973 h 624973"/>
              <a:gd name="connsiteX4" fmla="*/ 0 w 6857182"/>
              <a:gd name="connsiteY4" fmla="*/ 624973 h 624973"/>
              <a:gd name="connsiteX0" fmla="*/ 1619 w 6277776"/>
              <a:gd name="connsiteY0" fmla="*/ 622252 h 624973"/>
              <a:gd name="connsiteX1" fmla="*/ 0 w 6277776"/>
              <a:gd name="connsiteY1" fmla="*/ 0 h 624973"/>
              <a:gd name="connsiteX2" fmla="*/ 6277776 w 6277776"/>
              <a:gd name="connsiteY2" fmla="*/ 0 h 624973"/>
              <a:gd name="connsiteX3" fmla="*/ 5698370 w 6277776"/>
              <a:gd name="connsiteY3" fmla="*/ 624973 h 624973"/>
              <a:gd name="connsiteX4" fmla="*/ 1619 w 6277776"/>
              <a:gd name="connsiteY4" fmla="*/ 622252 h 624973"/>
              <a:gd name="connsiteX0" fmla="*/ 1619 w 6277776"/>
              <a:gd name="connsiteY0" fmla="*/ 623612 h 624973"/>
              <a:gd name="connsiteX1" fmla="*/ 0 w 6277776"/>
              <a:gd name="connsiteY1" fmla="*/ 0 h 624973"/>
              <a:gd name="connsiteX2" fmla="*/ 6277776 w 6277776"/>
              <a:gd name="connsiteY2" fmla="*/ 0 h 624973"/>
              <a:gd name="connsiteX3" fmla="*/ 5698370 w 6277776"/>
              <a:gd name="connsiteY3" fmla="*/ 624973 h 624973"/>
              <a:gd name="connsiteX4" fmla="*/ 1619 w 6277776"/>
              <a:gd name="connsiteY4" fmla="*/ 623612 h 624973"/>
              <a:gd name="connsiteX0" fmla="*/ 1619 w 6277776"/>
              <a:gd name="connsiteY0" fmla="*/ 624972 h 624973"/>
              <a:gd name="connsiteX1" fmla="*/ 0 w 6277776"/>
              <a:gd name="connsiteY1" fmla="*/ 0 h 624973"/>
              <a:gd name="connsiteX2" fmla="*/ 6277776 w 6277776"/>
              <a:gd name="connsiteY2" fmla="*/ 0 h 624973"/>
              <a:gd name="connsiteX3" fmla="*/ 5698370 w 6277776"/>
              <a:gd name="connsiteY3" fmla="*/ 624973 h 624973"/>
              <a:gd name="connsiteX4" fmla="*/ 1619 w 6277776"/>
              <a:gd name="connsiteY4" fmla="*/ 624972 h 62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7776" h="624973">
                <a:moveTo>
                  <a:pt x="1619" y="624972"/>
                </a:moveTo>
                <a:cubicBezTo>
                  <a:pt x="1079" y="417555"/>
                  <a:pt x="540" y="207417"/>
                  <a:pt x="0" y="0"/>
                </a:cubicBezTo>
                <a:lnTo>
                  <a:pt x="6277776" y="0"/>
                </a:lnTo>
                <a:lnTo>
                  <a:pt x="5698370" y="624973"/>
                </a:lnTo>
                <a:lnTo>
                  <a:pt x="1619" y="624972"/>
                </a:lnTo>
                <a:close/>
              </a:path>
            </a:pathLst>
          </a:custGeom>
          <a:solidFill>
            <a:srgbClr val="00A8FF"/>
          </a:solidFill>
          <a:ln w="9525" cap="flat" cmpd="sng" algn="ctr">
            <a:noFill/>
            <a:prstDash val="solid"/>
          </a:ln>
          <a:effectLst/>
        </p:spPr>
        <p:txBody>
          <a:bodyPr wrap="square" lIns="612000" numCol="1" spcCol="540000" rtlCol="0" anchor="ctr" anchorCtr="0">
            <a:norm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/>
              <a:ea typeface="ＭＳ Ｐゴシック" charset="-128"/>
              <a:cs typeface="+mn-cs"/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F98EBEC6-0EBC-4FEB-B7CB-2AB09AE6F1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26" y="840509"/>
            <a:ext cx="4835237" cy="406400"/>
          </a:xfrm>
          <a:prstGeom prst="rect">
            <a:avLst/>
          </a:prstGeom>
        </p:spPr>
        <p:txBody>
          <a:bodyPr lIns="630000" tIns="0" rIns="0" bIns="0" anchor="ctr">
            <a:normAutofit/>
          </a:bodyPr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2000" cy="80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216000" rIns="3384000" bIns="234000" numCol="1" anchor="ctr" anchorCtr="0" compatLnSpc="1">
            <a:prstTxWarp prst="textNoShape">
              <a:avLst/>
            </a:prstTxWarp>
          </a:bodyPr>
          <a:lstStyle>
            <a:lvl1pPr>
              <a:defRPr lang="pt-BR" noProof="0" dirty="0"/>
            </a:lvl1pPr>
          </a:lstStyle>
          <a:p>
            <a:pPr lvl="0"/>
            <a:r>
              <a:rPr lang="pt-BR" noProof="0" dirty="0"/>
              <a:t>Título</a:t>
            </a:r>
          </a:p>
        </p:txBody>
      </p:sp>
      <p:sp>
        <p:nvSpPr>
          <p:cNvPr id="6" name="Espaço Reservado para Texto 15">
            <a:extLst>
              <a:ext uri="{FF2B5EF4-FFF2-40B4-BE49-F238E27FC236}">
                <a16:creationId xmlns:a16="http://schemas.microsoft.com/office/drawing/2014/main" id="{A5E5FE12-CFEB-A976-3BA2-41381B1A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460500"/>
            <a:ext cx="10958945" cy="488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 lang="pt-BR" sz="1800" b="0" kern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1" indent="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/>
            </a:pPr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marL="357796" lvl="3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Terceiro nível</a:t>
            </a:r>
          </a:p>
          <a:p>
            <a:pPr marL="539447" lvl="4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Quarto nível</a:t>
            </a:r>
          </a:p>
          <a:p>
            <a:pPr marL="719262" marR="0" lvl="8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648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preserve="1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2000" cy="80111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noProof="0" dirty="0"/>
              <a:t>Título</a:t>
            </a:r>
          </a:p>
        </p:txBody>
      </p:sp>
      <p:sp>
        <p:nvSpPr>
          <p:cNvPr id="5" name="Espaço Reservado para Texto 15">
            <a:extLst>
              <a:ext uri="{FF2B5EF4-FFF2-40B4-BE49-F238E27FC236}">
                <a16:creationId xmlns:a16="http://schemas.microsoft.com/office/drawing/2014/main" id="{6FB2CBA3-8BE4-1E4D-E5DC-ABB7E8E3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122220"/>
            <a:ext cx="10958945" cy="522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 lang="pt-BR" sz="1800" b="0" kern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>
              <a:defRPr>
                <a:solidFill>
                  <a:schemeClr val="tx1"/>
                </a:solidFill>
              </a:defRPr>
            </a:lvl9pPr>
          </a:lstStyle>
          <a:p>
            <a:pPr marL="0" lvl="1" indent="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/>
            </a:pPr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marL="357796" lvl="3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Terceiro nível</a:t>
            </a:r>
          </a:p>
          <a:p>
            <a:pPr marL="539447" lvl="4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Quarto nível</a:t>
            </a:r>
          </a:p>
          <a:p>
            <a:pPr marL="719262" marR="0" lvl="8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2946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-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m 83">
            <a:extLst>
              <a:ext uri="{FF2B5EF4-FFF2-40B4-BE49-F238E27FC236}">
                <a16:creationId xmlns:a16="http://schemas.microsoft.com/office/drawing/2014/main" id="{FD25A6FC-2A77-3B0A-E742-04146C21F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8026"/>
          <a:stretch/>
        </p:blipFill>
        <p:spPr bwMode="auto">
          <a:xfrm>
            <a:off x="-28647" y="-36138"/>
            <a:ext cx="12255081" cy="69301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 hasCustomPrompt="1"/>
            <p:custDataLst>
              <p:tags r:id="rId1"/>
            </p:custDataLst>
          </p:nvPr>
        </p:nvSpPr>
        <p:spPr bwMode="ltGray">
          <a:xfrm>
            <a:off x="719625" y="4009879"/>
            <a:ext cx="6476627" cy="1539197"/>
          </a:xfrm>
          <a:prstGeom prst="rect">
            <a:avLst/>
          </a:prstGeom>
          <a:gradFill>
            <a:gsLst>
              <a:gs pos="83000">
                <a:srgbClr val="0070C0">
                  <a:alpha val="60000"/>
                </a:srgbClr>
              </a:gs>
              <a:gs pos="50000">
                <a:srgbClr val="009999">
                  <a:alpha val="40000"/>
                </a:srgbClr>
              </a:gs>
              <a:gs pos="0">
                <a:srgbClr val="50BEBE">
                  <a:alpha val="0"/>
                </a:srgbClr>
              </a:gs>
              <a:gs pos="100000">
                <a:srgbClr val="008CE0">
                  <a:alpha val="0"/>
                </a:srgbClr>
              </a:gs>
              <a:gs pos="95000">
                <a:srgbClr val="00A8FF">
                  <a:alpha val="1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215776" tIns="89906" rIns="215776" bIns="215776" numCol="1" anchor="b" anchorCtr="0" compatLnSpc="1">
            <a:prstTxWarp prst="textNoShape">
              <a:avLst/>
            </a:prstTxWarp>
            <a:noAutofit/>
          </a:bodyPr>
          <a:lstStyle>
            <a:lvl1pPr>
              <a:defRPr lang="en-US" sz="40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ea typeface="Times New Roman" panose="02020603050405020304" pitchFamily="18" charset="0"/>
                <a:cs typeface="+mn-cs"/>
              </a:defRPr>
            </a:lvl1pPr>
          </a:lstStyle>
          <a:p>
            <a:pPr marL="0" lvl="0" defTabSz="914400" latinLnBrk="0">
              <a:lnSpc>
                <a:spcPct val="11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>
          <a:xfrm>
            <a:off x="719625" y="5737878"/>
            <a:ext cx="6476627" cy="324000"/>
          </a:xfrm>
          <a:prstGeom prst="rect">
            <a:avLst/>
          </a:prstGeom>
          <a:gradFill>
            <a:gsLst>
              <a:gs pos="15000">
                <a:schemeClr val="bg1">
                  <a:alpha val="0"/>
                </a:schemeClr>
              </a:gs>
              <a:gs pos="100000">
                <a:schemeClr val="bg1">
                  <a:alpha val="75000"/>
                </a:schemeClr>
              </a:gs>
            </a:gsLst>
            <a:lin ang="0" scaled="0"/>
          </a:gradFill>
        </p:spPr>
        <p:txBody>
          <a:bodyPr vert="horz" wrap="square" lIns="216000" tIns="90000" rIns="216000" bIns="46800" rtlCol="0">
            <a:noAutofit/>
          </a:bodyPr>
          <a:lstStyle>
            <a:lvl1pPr>
              <a:defRPr lang="pt-BR" sz="1000" b="1" kern="1200" dirty="0">
                <a:solidFill>
                  <a:srgbClr val="000000"/>
                </a:solidFill>
                <a:effectLst/>
                <a:ea typeface="Arial" panose="020B0604020202020204" pitchFamily="34" charset="0"/>
                <a:cs typeface="+mn-cs"/>
              </a:defRPr>
            </a:lvl1pPr>
          </a:lstStyle>
          <a:p>
            <a:pPr lvl="0" algn="r" defTabSz="914400" latinLnBrk="0">
              <a:lnSpc>
                <a:spcPct val="115000"/>
              </a:lnSpc>
            </a:pPr>
            <a:r>
              <a:rPr lang="en-US"/>
              <a:t>Where today meets tomorrow</a:t>
            </a:r>
            <a:endParaRPr lang="pt-BR"/>
          </a:p>
        </p:txBody>
      </p:sp>
      <p:pic>
        <p:nvPicPr>
          <p:cNvPr id="33" name="Imagem 3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905" y="5070402"/>
            <a:ext cx="2329937" cy="959566"/>
          </a:xfrm>
          <a:prstGeom prst="rect">
            <a:avLst/>
          </a:prstGeom>
          <a:effectLst>
            <a:outerShdw blurRad="76200" sx="104000" sy="104000" algn="ctr" rotWithShape="0">
              <a:prstClr val="black">
                <a:alpha val="7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776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preserve="1" userDrawn="1">
  <p:cSld name="Free Content">
    <p:bg>
      <p:bgPr>
        <a:solidFill>
          <a:srgbClr val="00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arallelogram 37">
            <a:extLst>
              <a:ext uri="{FF2B5EF4-FFF2-40B4-BE49-F238E27FC236}">
                <a16:creationId xmlns:a16="http://schemas.microsoft.com/office/drawing/2014/main" id="{8CCE0E4B-7912-41BD-AABE-C5AF1CF4EE80}"/>
              </a:ext>
            </a:extLst>
          </p:cNvPr>
          <p:cNvSpPr/>
          <p:nvPr/>
        </p:nvSpPr>
        <p:spPr>
          <a:xfrm>
            <a:off x="-2140" y="803237"/>
            <a:ext cx="5346929" cy="476116"/>
          </a:xfrm>
          <a:custGeom>
            <a:avLst/>
            <a:gdLst>
              <a:gd name="connsiteX0" fmla="*/ 0 w 6857182"/>
              <a:gd name="connsiteY0" fmla="*/ 624973 h 624973"/>
              <a:gd name="connsiteX1" fmla="*/ 579406 w 6857182"/>
              <a:gd name="connsiteY1" fmla="*/ 0 h 624973"/>
              <a:gd name="connsiteX2" fmla="*/ 6857182 w 6857182"/>
              <a:gd name="connsiteY2" fmla="*/ 0 h 624973"/>
              <a:gd name="connsiteX3" fmla="*/ 6277776 w 6857182"/>
              <a:gd name="connsiteY3" fmla="*/ 624973 h 624973"/>
              <a:gd name="connsiteX4" fmla="*/ 0 w 6857182"/>
              <a:gd name="connsiteY4" fmla="*/ 624973 h 624973"/>
              <a:gd name="connsiteX0" fmla="*/ 1619 w 6277776"/>
              <a:gd name="connsiteY0" fmla="*/ 622252 h 624973"/>
              <a:gd name="connsiteX1" fmla="*/ 0 w 6277776"/>
              <a:gd name="connsiteY1" fmla="*/ 0 h 624973"/>
              <a:gd name="connsiteX2" fmla="*/ 6277776 w 6277776"/>
              <a:gd name="connsiteY2" fmla="*/ 0 h 624973"/>
              <a:gd name="connsiteX3" fmla="*/ 5698370 w 6277776"/>
              <a:gd name="connsiteY3" fmla="*/ 624973 h 624973"/>
              <a:gd name="connsiteX4" fmla="*/ 1619 w 6277776"/>
              <a:gd name="connsiteY4" fmla="*/ 622252 h 624973"/>
              <a:gd name="connsiteX0" fmla="*/ 1619 w 6277776"/>
              <a:gd name="connsiteY0" fmla="*/ 623612 h 624973"/>
              <a:gd name="connsiteX1" fmla="*/ 0 w 6277776"/>
              <a:gd name="connsiteY1" fmla="*/ 0 h 624973"/>
              <a:gd name="connsiteX2" fmla="*/ 6277776 w 6277776"/>
              <a:gd name="connsiteY2" fmla="*/ 0 h 624973"/>
              <a:gd name="connsiteX3" fmla="*/ 5698370 w 6277776"/>
              <a:gd name="connsiteY3" fmla="*/ 624973 h 624973"/>
              <a:gd name="connsiteX4" fmla="*/ 1619 w 6277776"/>
              <a:gd name="connsiteY4" fmla="*/ 623612 h 624973"/>
              <a:gd name="connsiteX0" fmla="*/ 1619 w 6277776"/>
              <a:gd name="connsiteY0" fmla="*/ 624972 h 624973"/>
              <a:gd name="connsiteX1" fmla="*/ 0 w 6277776"/>
              <a:gd name="connsiteY1" fmla="*/ 0 h 624973"/>
              <a:gd name="connsiteX2" fmla="*/ 6277776 w 6277776"/>
              <a:gd name="connsiteY2" fmla="*/ 0 h 624973"/>
              <a:gd name="connsiteX3" fmla="*/ 5698370 w 6277776"/>
              <a:gd name="connsiteY3" fmla="*/ 624973 h 624973"/>
              <a:gd name="connsiteX4" fmla="*/ 1619 w 6277776"/>
              <a:gd name="connsiteY4" fmla="*/ 624972 h 62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7776" h="624973">
                <a:moveTo>
                  <a:pt x="1619" y="624972"/>
                </a:moveTo>
                <a:cubicBezTo>
                  <a:pt x="1079" y="417555"/>
                  <a:pt x="540" y="207417"/>
                  <a:pt x="0" y="0"/>
                </a:cubicBezTo>
                <a:lnTo>
                  <a:pt x="6277776" y="0"/>
                </a:lnTo>
                <a:lnTo>
                  <a:pt x="5698370" y="624973"/>
                </a:lnTo>
                <a:lnTo>
                  <a:pt x="1619" y="624972"/>
                </a:lnTo>
                <a:close/>
              </a:path>
            </a:pathLst>
          </a:custGeom>
          <a:solidFill>
            <a:srgbClr val="00A8FF"/>
          </a:solidFill>
          <a:ln w="9525" cap="flat" cmpd="sng" algn="ctr">
            <a:noFill/>
            <a:prstDash val="solid"/>
          </a:ln>
          <a:effectLst/>
        </p:spPr>
        <p:txBody>
          <a:bodyPr wrap="square" lIns="612000" numCol="1" spcCol="540000" rtlCol="0" anchor="ctr" anchorCtr="0">
            <a:normAutofit/>
          </a:bodyPr>
          <a:lstStyle/>
          <a:p>
            <a:pPr algn="l" defTabSz="913943">
              <a:defRPr/>
            </a:pPr>
            <a:endParaRPr lang="en-US" sz="24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/>
              <a:ea typeface="ＭＳ Ｐゴシック" charset="-128"/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F98EBEC6-0EBC-4FEB-B7CB-2AB09AE6F1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26" y="840509"/>
            <a:ext cx="4835237" cy="406400"/>
          </a:xfrm>
          <a:prstGeom prst="rect">
            <a:avLst/>
          </a:prstGeom>
        </p:spPr>
        <p:txBody>
          <a:bodyPr lIns="630000" tIns="0" rIns="0" bIns="0" anchor="ctr">
            <a:normAutofit/>
          </a:bodyPr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2000" cy="80111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 err="1"/>
              <a:t>Título</a:t>
            </a:r>
            <a:endParaRPr lang="de-DE" dirty="0"/>
          </a:p>
        </p:txBody>
      </p:sp>
      <p:sp>
        <p:nvSpPr>
          <p:cNvPr id="5" name="Espaço Reservado para Texto 15">
            <a:extLst>
              <a:ext uri="{FF2B5EF4-FFF2-40B4-BE49-F238E27FC236}">
                <a16:creationId xmlns:a16="http://schemas.microsoft.com/office/drawing/2014/main" id="{0E273C89-EC74-873F-B577-B126BAB28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460500"/>
            <a:ext cx="10958945" cy="488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 lang="pt-BR" sz="1800" b="0" kern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9pPr>
              <a:defRPr>
                <a:solidFill>
                  <a:schemeClr val="bg1"/>
                </a:solidFill>
              </a:defRPr>
            </a:lvl9pPr>
          </a:lstStyle>
          <a:p>
            <a:pPr marL="0" lvl="1" indent="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/>
            </a:pPr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marL="357796" lvl="3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Terceiro nível</a:t>
            </a:r>
          </a:p>
          <a:p>
            <a:pPr marL="539447" lvl="4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Quarto nível</a:t>
            </a:r>
          </a:p>
          <a:p>
            <a:pPr marL="719262" marR="0" lvl="8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4124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Pr>
        <a:solidFill>
          <a:srgbClr val="00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57D44-7FB8-F057-8AB7-AF15EAC1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7" name="Espaço Reservado para Texto 15">
            <a:extLst>
              <a:ext uri="{FF2B5EF4-FFF2-40B4-BE49-F238E27FC236}">
                <a16:creationId xmlns:a16="http://schemas.microsoft.com/office/drawing/2014/main" id="{EAAE459B-C80A-931A-A517-12A9CCCE0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122220"/>
            <a:ext cx="10958945" cy="522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 lang="pt-BR" sz="1800" b="0" kern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9pPr>
              <a:defRPr>
                <a:solidFill>
                  <a:schemeClr val="bg1"/>
                </a:solidFill>
              </a:defRPr>
            </a:lvl9pPr>
          </a:lstStyle>
          <a:p>
            <a:pPr marL="0" lvl="1" indent="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/>
            </a:pPr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marL="357796" lvl="3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Terceiro nível</a:t>
            </a:r>
          </a:p>
          <a:p>
            <a:pPr marL="539447" lvl="4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Quarto nível</a:t>
            </a:r>
          </a:p>
          <a:p>
            <a:pPr marL="719262" marR="0" lvl="8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3816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Pr>
        <a:solidFill>
          <a:srgbClr val="00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57D44-7FB8-F057-8AB7-AF15EAC1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1022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Texto 15">
            <a:extLst>
              <a:ext uri="{FF2B5EF4-FFF2-40B4-BE49-F238E27FC236}">
                <a16:creationId xmlns:a16="http://schemas.microsoft.com/office/drawing/2014/main" id="{E5A0313A-164B-7341-6783-91DD7E493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122220"/>
            <a:ext cx="10958945" cy="522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 lang="pt-BR" sz="1800" b="0" kern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9pPr>
              <a:defRPr>
                <a:solidFill>
                  <a:schemeClr val="bg1"/>
                </a:solidFill>
              </a:defRPr>
            </a:lvl9pPr>
          </a:lstStyle>
          <a:p>
            <a:pPr marL="0" lvl="1" indent="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Tx/>
              <a:buNone/>
              <a:tabLst/>
            </a:pPr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marL="357796" lvl="3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Terceiro nível</a:t>
            </a:r>
          </a:p>
          <a:p>
            <a:pPr marL="539447" lvl="4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 dirty="0"/>
              <a:t>Quarto nível</a:t>
            </a:r>
          </a:p>
          <a:p>
            <a:pPr marL="719262" marR="0" lvl="8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773511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1.xml"/><Relationship Id="rId8" Type="http://schemas.openxmlformats.org/officeDocument/2006/relationships/tags" Target="../tags/tag2.xml"/><Relationship Id="rId9" Type="http://schemas.openxmlformats.org/officeDocument/2006/relationships/tags" Target="../tags/tag3.xml"/><Relationship Id="rId10" Type="http://schemas.openxmlformats.org/officeDocument/2006/relationships/tags" Target="../tags/tag4.xml"/><Relationship Id="rId11" Type="http://schemas.openxmlformats.org/officeDocument/2006/relationships/tags" Target="../tags/tag5.xml"/><Relationship Id="rId12" Type="http://schemas.openxmlformats.org/officeDocument/2006/relationships/tags" Target="../tags/tag6.xml"/><Relationship Id="rId13" Type="http://schemas.openxmlformats.org/officeDocument/2006/relationships/tags" Target="../tags/tag7.xml"/><Relationship Id="rId14" Type="http://schemas.openxmlformats.org/officeDocument/2006/relationships/tags" Target="../tags/tag8.xml"/><Relationship Id="rId15" Type="http://schemas.openxmlformats.org/officeDocument/2006/relationships/tags" Target="../tags/tag9.xml"/><Relationship Id="rId16" Type="http://schemas.openxmlformats.org/officeDocument/2006/relationships/tags" Target="../tags/tag10.xml"/><Relationship Id="rId17" Type="http://schemas.openxmlformats.org/officeDocument/2006/relationships/tags" Target="../tags/tag11.xml"/><Relationship Id="rId18" Type="http://schemas.openxmlformats.org/officeDocument/2006/relationships/tags" Target="../tags/tag12.xml"/><Relationship Id="rId19" Type="http://schemas.openxmlformats.org/officeDocument/2006/relationships/tags" Target="../tags/tag13.xml"/><Relationship Id="rId20" Type="http://schemas.openxmlformats.org/officeDocument/2006/relationships/tags" Target="../tags/tag14.xml"/><Relationship Id="rId21" Type="http://schemas.openxmlformats.org/officeDocument/2006/relationships/tags" Target="../tags/tag15.xml"/><Relationship Id="rId22" Type="http://schemas.openxmlformats.org/officeDocument/2006/relationships/tags" Target="../tags/tag16.xml"/><Relationship Id="rId23" Type="http://schemas.openxmlformats.org/officeDocument/2006/relationships/tags" Target="../tags/tag17.xml"/><Relationship Id="rId24" Type="http://schemas.openxmlformats.org/officeDocument/2006/relationships/tags" Target="../tags/tag18.xml"/><Relationship Id="rId25" Type="http://schemas.openxmlformats.org/officeDocument/2006/relationships/tags" Target="../tags/tag19.xml"/><Relationship Id="rId26" Type="http://schemas.openxmlformats.org/officeDocument/2006/relationships/tags" Target="../tags/tag20.xml"/><Relationship Id="rId27" Type="http://schemas.openxmlformats.org/officeDocument/2006/relationships/tags" Target="../tags/tag21.xml"/><Relationship Id="rId28" Type="http://schemas.openxmlformats.org/officeDocument/2006/relationships/tags" Target="../tags/tag22.xml"/><Relationship Id="rId29" Type="http://schemas.openxmlformats.org/officeDocument/2006/relationships/tags" Target="../tags/tag23.xml"/><Relationship Id="rId30" Type="http://schemas.openxmlformats.org/officeDocument/2006/relationships/tags" Target="../tags/tag24.xml"/><Relationship Id="rId31" Type="http://schemas.openxmlformats.org/officeDocument/2006/relationships/tags" Target="../tags/tag25.xml"/><Relationship Id="rId32" Type="http://schemas.openxmlformats.org/officeDocument/2006/relationships/tags" Target="../tags/tag26.xml"/><Relationship Id="rId33" Type="http://schemas.openxmlformats.org/officeDocument/2006/relationships/oleObject" Target="../embeddings/oleObject1.bin"/><Relationship Id="rId34" Type="http://schemas.openxmlformats.org/officeDocument/2006/relationships/image" Target="../media/image1.emf"/><Relationship Id="rId35" Type="http://schemas.openxmlformats.org/officeDocument/2006/relationships/image" Target="../media/image2.png"/><Relationship Id="rId36" Type="http://schemas.openxmlformats.org/officeDocument/2006/relationships/image" Target="../media/image3.svg"/><Relationship Id="rId37" Type="http://schemas.openxmlformats.org/officeDocument/2006/relationships/image" Target="../media/image4.png"/><Relationship Id="rId38" Type="http://schemas.openxmlformats.org/officeDocument/2006/relationships/image" Target="../media/image5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tags" Target="../tags/tag37.xml"/><Relationship Id="rId10" Type="http://schemas.openxmlformats.org/officeDocument/2006/relationships/tags" Target="../tags/tag38.xml"/><Relationship Id="rId11" Type="http://schemas.openxmlformats.org/officeDocument/2006/relationships/tags" Target="../tags/tag39.xml"/><Relationship Id="rId12" Type="http://schemas.openxmlformats.org/officeDocument/2006/relationships/tags" Target="../tags/tag40.xml"/><Relationship Id="rId13" Type="http://schemas.openxmlformats.org/officeDocument/2006/relationships/tags" Target="../tags/tag41.xml"/><Relationship Id="rId14" Type="http://schemas.openxmlformats.org/officeDocument/2006/relationships/tags" Target="../tags/tag42.xml"/><Relationship Id="rId15" Type="http://schemas.openxmlformats.org/officeDocument/2006/relationships/tags" Target="../tags/tag43.xml"/><Relationship Id="rId16" Type="http://schemas.openxmlformats.org/officeDocument/2006/relationships/tags" Target="../tags/tag44.xml"/><Relationship Id="rId17" Type="http://schemas.openxmlformats.org/officeDocument/2006/relationships/tags" Target="../tags/tag45.xml"/><Relationship Id="rId18" Type="http://schemas.openxmlformats.org/officeDocument/2006/relationships/tags" Target="../tags/tag46.xml"/><Relationship Id="rId19" Type="http://schemas.openxmlformats.org/officeDocument/2006/relationships/tags" Target="../tags/tag47.xml"/><Relationship Id="rId20" Type="http://schemas.openxmlformats.org/officeDocument/2006/relationships/tags" Target="../tags/tag48.xml"/><Relationship Id="rId21" Type="http://schemas.openxmlformats.org/officeDocument/2006/relationships/tags" Target="../tags/tag49.xml"/><Relationship Id="rId22" Type="http://schemas.openxmlformats.org/officeDocument/2006/relationships/tags" Target="../tags/tag50.xml"/><Relationship Id="rId23" Type="http://schemas.openxmlformats.org/officeDocument/2006/relationships/tags" Target="../tags/tag51.xml"/><Relationship Id="rId24" Type="http://schemas.openxmlformats.org/officeDocument/2006/relationships/tags" Target="../tags/tag52.xml"/><Relationship Id="rId25" Type="http://schemas.openxmlformats.org/officeDocument/2006/relationships/tags" Target="../tags/tag53.xml"/><Relationship Id="rId26" Type="http://schemas.openxmlformats.org/officeDocument/2006/relationships/tags" Target="../tags/tag54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8.svg"/><Relationship Id="rId30" Type="http://schemas.openxmlformats.org/officeDocument/2006/relationships/image" Target="../media/image4.png"/><Relationship Id="rId31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589" y="1590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16" imgH="216" progId="TCLayout.ActiveDocument.1">
                  <p:embed/>
                </p:oleObj>
              </mc:Choice>
              <mc:Fallback>
                <p:oleObj name="think-cell Slide" r:id="rId33" imgW="216" imgH="21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72" name="cdtMasterTags_CL1 Id3072"/>
          <p:cNvCxnSpPr/>
          <p:nvPr>
            <p:custDataLst>
              <p:tags r:id="rId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1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1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1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1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1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1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1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1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1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1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2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2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2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2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2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2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2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2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2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2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3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cdtTextBox 12 Id17"/>
          <p:cNvSpPr txBox="1"/>
          <p:nvPr>
            <p:custDataLst>
              <p:tags r:id="rId31"/>
            </p:custDataLst>
          </p:nvPr>
        </p:nvSpPr>
        <p:spPr>
          <a:xfrm>
            <a:off x="0" y="6597650"/>
            <a:ext cx="3930183" cy="260350"/>
          </a:xfrm>
          <a:prstGeom prst="rect">
            <a:avLst/>
          </a:prstGeom>
          <a:noFill/>
        </p:spPr>
        <p:txBody>
          <a:bodyPr wrap="square" lIns="1905939" tIns="0" rIns="0" bIns="115076" rtlCol="0">
            <a:noAutofit/>
          </a:bodyPr>
          <a:lstStyle/>
          <a:p>
            <a:pPr marL="0" marR="0" lvl="0" indent="0" algn="l" defTabSz="913463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67" name="Gruppieren 66"/>
          <p:cNvGrpSpPr/>
          <p:nvPr/>
        </p:nvGrpSpPr>
        <p:grpSpPr>
          <a:xfrm>
            <a:off x="-215888" y="-216000"/>
            <a:ext cx="12622226" cy="7290000"/>
            <a:chOff x="-216000" y="-216000"/>
            <a:chExt cx="12628800" cy="7290000"/>
          </a:xfrm>
        </p:grpSpPr>
        <p:cxnSp>
          <p:nvCxnSpPr>
            <p:cNvPr id="68" name="Gerade Verbindung 67"/>
            <p:cNvCxnSpPr/>
            <p:nvPr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77"/>
            <p:cNvCxnSpPr/>
            <p:nvPr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78"/>
            <p:cNvCxnSpPr/>
            <p:nvPr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79"/>
            <p:cNvCxnSpPr/>
            <p:nvPr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80"/>
            <p:cNvCxnSpPr/>
            <p:nvPr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3" name="Retângulo 52">
            <a:extLst>
              <a:ext uri="{FF2B5EF4-FFF2-40B4-BE49-F238E27FC236}">
                <a16:creationId xmlns:a16="http://schemas.microsoft.com/office/drawing/2014/main" id="{497CFF09-3FF8-4D4D-B430-BF5AD4E1BD2F}"/>
              </a:ext>
            </a:extLst>
          </p:cNvPr>
          <p:cNvSpPr/>
          <p:nvPr/>
        </p:nvSpPr>
        <p:spPr>
          <a:xfrm>
            <a:off x="-5519" y="6656717"/>
            <a:ext cx="12197519" cy="205901"/>
          </a:xfrm>
          <a:prstGeom prst="rect">
            <a:avLst/>
          </a:prstGeom>
          <a:solidFill>
            <a:srgbClr val="B5CD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ECDC6219-927A-47D6-8710-9BB3A1CBCEBA}"/>
              </a:ext>
            </a:extLst>
          </p:cNvPr>
          <p:cNvSpPr/>
          <p:nvPr/>
        </p:nvSpPr>
        <p:spPr>
          <a:xfrm>
            <a:off x="-6161" y="-10061"/>
            <a:ext cx="12202137" cy="815666"/>
          </a:xfrm>
          <a:prstGeom prst="rect">
            <a:avLst/>
          </a:prstGeom>
          <a:solidFill>
            <a:srgbClr val="2428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object 2">
            <a:extLst>
              <a:ext uri="{FF2B5EF4-FFF2-40B4-BE49-F238E27FC236}">
                <a16:creationId xmlns:a16="http://schemas.microsoft.com/office/drawing/2014/main" id="{AD1C7BD7-F1BC-40EF-9037-359EBA3F514A}"/>
              </a:ext>
            </a:extLst>
          </p:cNvPr>
          <p:cNvSpPr txBox="1"/>
          <p:nvPr/>
        </p:nvSpPr>
        <p:spPr>
          <a:xfrm>
            <a:off x="10412841" y="6667987"/>
            <a:ext cx="1993497" cy="165985"/>
          </a:xfrm>
          <a:prstGeom prst="rect">
            <a:avLst/>
          </a:prstGeom>
        </p:spPr>
        <p:txBody>
          <a:bodyPr vert="horz" wrap="square" lIns="0" tIns="12059" rIns="0" bIns="0" rtlCol="0">
            <a:spAutoFit/>
          </a:bodyPr>
          <a:lstStyle/>
          <a:p>
            <a:pPr marL="12694" defTabSz="913943">
              <a:spcBef>
                <a:spcPts val="95"/>
              </a:spcBef>
              <a:defRPr/>
            </a:pPr>
            <a:r>
              <a:rPr sz="999" b="1" spc="-5">
                <a:solidFill>
                  <a:schemeClr val="bg1"/>
                </a:solidFill>
                <a:latin typeface="Arial"/>
                <a:ea typeface="ＭＳ Ｐゴシック" charset="-128"/>
                <a:cs typeface="Arial"/>
              </a:rPr>
              <a:t>Unrestricted © </a:t>
            </a:r>
            <a:r>
              <a:rPr lang="pt-BR" sz="999" b="1" spc="-5">
                <a:solidFill>
                  <a:schemeClr val="bg1"/>
                </a:solidFill>
                <a:latin typeface="Arial"/>
                <a:ea typeface="ＭＳ Ｐゴシック" charset="-128"/>
                <a:cs typeface="Arial"/>
              </a:rPr>
              <a:t>CAEXPERTS</a:t>
            </a:r>
            <a:endParaRPr sz="999">
              <a:solidFill>
                <a:schemeClr val="bg1"/>
              </a:solidFill>
              <a:latin typeface="Arial"/>
              <a:ea typeface="ＭＳ Ｐゴシック" charset="-128"/>
              <a:cs typeface="Arial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9BB3ABAE-5DB8-4EF7-AD32-B2B29FA6C72F}"/>
              </a:ext>
            </a:extLst>
          </p:cNvPr>
          <p:cNvSpPr txBox="1"/>
          <p:nvPr/>
        </p:nvSpPr>
        <p:spPr>
          <a:xfrm>
            <a:off x="61332" y="6680371"/>
            <a:ext cx="335997" cy="159874"/>
          </a:xfrm>
          <a:prstGeom prst="rect">
            <a:avLst/>
          </a:prstGeom>
          <a:solidFill>
            <a:srgbClr val="C3F4F3"/>
          </a:solidFill>
        </p:spPr>
        <p:txBody>
          <a:bodyPr vert="horz" wrap="square" lIns="0" tIns="0" rIns="0" bIns="0" rtlCol="0">
            <a:spAutoFit/>
          </a:bodyPr>
          <a:lstStyle/>
          <a:p>
            <a:pPr marL="12694" algn="ctr" defTabSz="913943">
              <a:defRPr/>
            </a:pPr>
            <a:fld id="{81D60167-4931-47E6-BA6A-407CBD079E47}" type="slidenum">
              <a:rPr sz="999" b="1" spc="-5" smtClean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pPr marL="12694" algn="ctr" defTabSz="913943">
                <a:defRPr/>
              </a:pPr>
              <a:t>‹#›</a:t>
            </a:fld>
            <a:endParaRPr sz="999" b="1">
              <a:solidFill>
                <a:prstClr val="black"/>
              </a:solidFill>
              <a:latin typeface="Arial"/>
              <a:ea typeface="ＭＳ Ｐゴシック" charset="-128"/>
              <a:cs typeface="Arial"/>
            </a:endParaRP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3873C9AB-E1EA-48F9-93C4-9E133FEEA72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790" y="18887"/>
            <a:ext cx="1539889" cy="764213"/>
          </a:xfrm>
          <a:prstGeom prst="rect">
            <a:avLst/>
          </a:prstGeom>
        </p:spPr>
      </p:pic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32"/>
            </p:custDataLst>
          </p:nvPr>
        </p:nvSpPr>
        <p:spPr bwMode="auto">
          <a:xfrm>
            <a:off x="0" y="-1"/>
            <a:ext cx="12192000" cy="810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216000" rIns="3384000" bIns="234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 título Mestre</a:t>
            </a:r>
            <a:endParaRPr lang="en-US" noProof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8842897" y="43543"/>
            <a:ext cx="1742998" cy="70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7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38" r:id="rId3"/>
    <p:sldLayoutId id="2147483726" r:id="rId4"/>
    <p:sldLayoutId id="2147483730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5pPr>
      <a:lvl6pPr marL="456732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6pPr>
      <a:lvl7pPr marL="913463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7pPr>
      <a:lvl8pPr marL="1370195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8pPr>
      <a:lvl9pPr marL="1826925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253697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+mj-lt"/>
        <a:buNone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285750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Tx/>
        <a:buBlip>
          <a:blip r:embed="rId37"/>
        </a:buBlip>
        <a:tabLst/>
        <a:defRPr lang="pt-BR" sz="1800" b="0" kern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1500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Font typeface="Wingdings" panose="05000000000000000000" pitchFamily="2" charset="2"/>
        <a:buChar char="§"/>
        <a:tabLst/>
        <a:defRPr lang="pt-BR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2046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FontTx/>
        <a:buBlip>
          <a:blip r:embed="rId38"/>
        </a:buBlip>
        <a:tabLst/>
        <a:defRPr lang="pt-BR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53697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FontTx/>
        <a:buBlip>
          <a:blip r:embed="rId38"/>
        </a:buBlip>
        <a:tabLst/>
        <a:defRPr lang="pt-BR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719262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lang="pt-BR" dirty="0" smtClean="0">
          <a:solidFill>
            <a:schemeClr val="tx1"/>
          </a:solidFill>
          <a:latin typeface="+mn-lt"/>
          <a:ea typeface="+mn-ea"/>
        </a:defRPr>
      </a:lvl6pPr>
      <a:lvl7pPr marL="719262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7pPr>
      <a:lvl8pPr marL="433512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0C9AF2"/>
        </a:buClr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433512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Tx/>
        <a:buBlip>
          <a:blip r:embed="rId38"/>
        </a:buBlip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32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63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195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25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658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389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121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852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9" y="1590"/>
          <a:ext cx="158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216" imgH="216" progId="TCLayout.ActiveDocument.1">
                  <p:embed/>
                </p:oleObj>
              </mc:Choice>
              <mc:Fallback>
                <p:oleObj name="think-cell Slide" r:id="rId27" imgW="216" imgH="21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72" name="cdtMasterTags_CL1 Id3072"/>
          <p:cNvCxnSpPr/>
          <p:nvPr>
            <p:custDataLst>
              <p:tags r:id="rId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1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1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1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1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1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1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1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1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1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1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2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2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2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2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2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2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2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7" name="Gruppieren 66"/>
          <p:cNvGrpSpPr/>
          <p:nvPr/>
        </p:nvGrpSpPr>
        <p:grpSpPr>
          <a:xfrm>
            <a:off x="-215888" y="-216000"/>
            <a:ext cx="12622226" cy="7290000"/>
            <a:chOff x="-216000" y="-216000"/>
            <a:chExt cx="12628800" cy="7290000"/>
          </a:xfrm>
        </p:grpSpPr>
        <p:cxnSp>
          <p:nvCxnSpPr>
            <p:cNvPr id="68" name="Gerade Verbindung 67"/>
            <p:cNvCxnSpPr/>
            <p:nvPr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77"/>
            <p:cNvCxnSpPr/>
            <p:nvPr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78"/>
            <p:cNvCxnSpPr/>
            <p:nvPr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79"/>
            <p:cNvCxnSpPr/>
            <p:nvPr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80"/>
            <p:cNvCxnSpPr/>
            <p:nvPr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6" name="object 2">
            <a:extLst>
              <a:ext uri="{FF2B5EF4-FFF2-40B4-BE49-F238E27FC236}">
                <a16:creationId xmlns:a16="http://schemas.microsoft.com/office/drawing/2014/main" id="{AD1C7BD7-F1BC-40EF-9037-359EBA3F514A}"/>
              </a:ext>
            </a:extLst>
          </p:cNvPr>
          <p:cNvSpPr txBox="1"/>
          <p:nvPr/>
        </p:nvSpPr>
        <p:spPr>
          <a:xfrm>
            <a:off x="10415655" y="6674261"/>
            <a:ext cx="2224196" cy="164852"/>
          </a:xfrm>
          <a:prstGeom prst="rect">
            <a:avLst/>
          </a:prstGeom>
        </p:spPr>
        <p:txBody>
          <a:bodyPr vert="horz" wrap="square" lIns="0" tIns="12059" rIns="0" bIns="0" rtlCol="0">
            <a:spAutoFit/>
          </a:bodyPr>
          <a:lstStyle/>
          <a:p>
            <a:pPr marL="12694" defTabSz="913943">
              <a:spcBef>
                <a:spcPts val="95"/>
              </a:spcBef>
              <a:defRPr/>
            </a:pPr>
            <a:r>
              <a:rPr sz="999" b="1" spc="-5">
                <a:solidFill>
                  <a:schemeClr val="bg1"/>
                </a:solidFill>
                <a:latin typeface="Arial"/>
                <a:ea typeface="ＭＳ Ｐゴシック" charset="-128"/>
                <a:cs typeface="Arial"/>
              </a:rPr>
              <a:t>Unrestricted © </a:t>
            </a:r>
            <a:r>
              <a:rPr lang="pt-BR" sz="999" b="1" spc="-5">
                <a:solidFill>
                  <a:schemeClr val="bg1"/>
                </a:solidFill>
                <a:latin typeface="Arial"/>
                <a:ea typeface="ＭＳ Ｐゴシック" charset="-128"/>
                <a:cs typeface="Arial"/>
              </a:rPr>
              <a:t>CAEXPERTS</a:t>
            </a:r>
            <a:endParaRPr sz="999">
              <a:solidFill>
                <a:schemeClr val="bg1"/>
              </a:solidFill>
              <a:latin typeface="Arial"/>
              <a:ea typeface="ＭＳ Ｐゴシック" charset="-128"/>
              <a:cs typeface="Arial"/>
            </a:endParaRP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04EDE7-2581-42A0-A6A8-0F894FC00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891" y="1122220"/>
            <a:ext cx="10958945" cy="522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marL="357796" lvl="3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/>
              <a:t>Terceiro nível</a:t>
            </a:r>
          </a:p>
          <a:p>
            <a:pPr marL="539447" lvl="4" indent="-2857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tabLst/>
            </a:pPr>
            <a:r>
              <a:rPr lang="pt-BR"/>
              <a:t>Quarto nível</a:t>
            </a:r>
          </a:p>
          <a:p>
            <a:pPr marL="719262" marR="0" lvl="8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pt-BR"/>
              <a:t>Quinto nível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B9D022-584C-1C91-625C-DF43AEB014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544" b="544"/>
          <a:stretch/>
        </p:blipFill>
        <p:spPr>
          <a:xfrm>
            <a:off x="11107553" y="81177"/>
            <a:ext cx="1031239" cy="95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2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ＭＳ Ｐゴシック" charset="-128"/>
        </a:defRPr>
      </a:lvl5pPr>
      <a:lvl6pPr marL="456732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6pPr>
      <a:lvl7pPr marL="913463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7pPr>
      <a:lvl8pPr marL="1370195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8pPr>
      <a:lvl9pPr marL="1826925" algn="l" rtl="0" eaLnBrk="1" fontAlgn="base" hangingPunct="1">
        <a:spcBef>
          <a:spcPct val="0"/>
        </a:spcBef>
        <a:spcAft>
          <a:spcPct val="0"/>
        </a:spcAft>
        <a:defRPr sz="1998" b="1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539447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itchFamily="34" charset="0"/>
        <a:buNone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285750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Tx/>
        <a:buBlip>
          <a:blip r:embed="rId30"/>
        </a:buBlip>
        <a:tabLst/>
        <a:defRPr lang="pt-BR" sz="1800" b="0" kern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1500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Font typeface="Wingdings" panose="05000000000000000000" pitchFamily="2" charset="2"/>
        <a:buChar char="§"/>
        <a:tabLst/>
        <a:defRPr lang="pt-BR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2046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FontTx/>
        <a:buBlip>
          <a:blip r:embed="rId31"/>
        </a:buBlip>
        <a:tabLst/>
        <a:defRPr lang="pt-BR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53697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FontTx/>
        <a:buBlip>
          <a:blip r:embed="rId31"/>
        </a:buBlip>
        <a:tabLst/>
        <a:defRPr lang="pt-BR" baseline="0" dirty="0" smtClean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719262" indent="-28575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lang="pt-BR" dirty="0" smtClean="0">
          <a:solidFill>
            <a:schemeClr val="tx1"/>
          </a:solidFill>
          <a:latin typeface="+mn-lt"/>
          <a:ea typeface="+mn-ea"/>
        </a:defRPr>
      </a:lvl6pPr>
      <a:lvl7pPr marL="719262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7pPr>
      <a:lvl8pPr marL="433512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0C9AF2"/>
        </a:buClr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433512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Tx/>
        <a:buBlip>
          <a:blip r:embed="rId31"/>
        </a:buBlip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32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63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195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25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658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389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121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852" algn="l" defTabSz="913463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gif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9DFCBE91-5B01-A50B-D566-386C6647A2CD}"/>
              </a:ext>
            </a:extLst>
          </p:cNvPr>
          <p:cNvSpPr txBox="1">
            <a:spLocks/>
          </p:cNvSpPr>
          <p:nvPr/>
        </p:nvSpPr>
        <p:spPr bwMode="ltGray">
          <a:xfrm>
            <a:off x="5022924" y="335486"/>
            <a:ext cx="6949440" cy="1345234"/>
          </a:xfrm>
          <a:prstGeom prst="rect">
            <a:avLst/>
          </a:prstGeom>
          <a:gradFill>
            <a:gsLst>
              <a:gs pos="83000">
                <a:srgbClr val="0070C0">
                  <a:alpha val="60000"/>
                </a:srgbClr>
              </a:gs>
              <a:gs pos="50000">
                <a:srgbClr val="009999">
                  <a:alpha val="40000"/>
                </a:srgbClr>
              </a:gs>
              <a:gs pos="0">
                <a:srgbClr val="50BEBE">
                  <a:alpha val="0"/>
                </a:srgbClr>
              </a:gs>
              <a:gs pos="100000">
                <a:srgbClr val="008CE0">
                  <a:alpha val="0"/>
                </a:srgbClr>
              </a:gs>
              <a:gs pos="95000">
                <a:srgbClr val="00A8FF">
                  <a:alpha val="1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215776" tIns="89906" rIns="215776" bIns="215776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40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Arial" pitchFamily="34" charset="0"/>
                <a:ea typeface="Times New Roman" panose="02020603050405020304" pitchFamily="18" charset="0"/>
                <a:cs typeface="+mn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6732"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3463"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0195"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6925" algn="l" rtl="0" eaLnBrk="1" fontAlgn="base" hangingPunct="1">
              <a:spcBef>
                <a:spcPct val="0"/>
              </a:spcBef>
              <a:spcAft>
                <a:spcPct val="0"/>
              </a:spcAft>
              <a:defRPr sz="1998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sz="3600" b="1"/>
              <a:t>Tanque de Resfriamento</a:t>
            </a:r>
            <a:endParaRPr lang="pt-BR"/>
          </a:p>
          <a:p>
            <a:r>
              <a:rPr sz="2800" b="0"/>
              <a:t>Estratificação Térmica Transiente</a:t>
            </a:r>
          </a:p>
        </p:txBody>
      </p:sp>
      <p:sp>
        <p:nvSpPr>
          <p:cNvPr id="13" name="Título 3">
            <a:extLst>
              <a:ext uri="{FF2B5EF4-FFF2-40B4-BE49-F238E27FC236}">
                <a16:creationId xmlns:a16="http://schemas.microsoft.com/office/drawing/2014/main" id="{9DFCBE91-5B01-A50B-D566-386C6647A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636" y="4951842"/>
            <a:ext cx="5384751" cy="1328933"/>
          </a:xfrm>
        </p:spPr>
        <p:txBody>
          <a:bodyPr vert="horz" wrap="square" lIns="215776" tIns="89906" rIns="215776" bIns="215776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sz="2200" b="1"/>
              <a:t>GreyBeer 20400100TK</a:t>
            </a:r>
            <a:endParaRPr lang="pt-BR" sz="1800" b="0" dirty="0">
              <a:effectLst/>
              <a:cs typeface="Arial"/>
            </a:endParaRPr>
          </a:p>
          <a:p>
            <a:r>
              <a:rPr sz="1800" b="0"/>
              <a:t>Simulação CFD - Simcenter STAR-CCM+</a:t>
            </a:r>
          </a:p>
          <a:p>
            <a:r>
              <a:rPr sz="1800" b="0"/>
              <a:t>Gabriel Hernandez Rozo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F6B8AF8-7FDE-F3AB-4B01-85A21C0F264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2191"/>
          <a:stretch/>
        </p:blipFill>
        <p:spPr>
          <a:xfrm>
            <a:off x="9973233" y="5035526"/>
            <a:ext cx="1999131" cy="95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72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441FFC2-C3D2-AAC1-A5DD-44D310443B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253365"/>
            <a:r>
              <a:t>Tanque Chiller — GreyLogix</a:t>
            </a:r>
            <a:endParaRPr lang="pt-BR" dirty="0" err="1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767FE6D-2962-4966-FD7E-E4A915B7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Geometria do Domínio Fluido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30AF44-BCBC-0760-648E-04BABCC46331}"/>
              </a:ext>
            </a:extLst>
          </p:cNvPr>
          <p:cNvSpPr txBox="1"/>
          <p:nvPr/>
        </p:nvSpPr>
        <p:spPr>
          <a:xfrm>
            <a:off x="796636" y="1489363"/>
            <a:ext cx="4918363" cy="3747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sz="2400"/>
              <a:t>Domínio Fluido</a:t>
            </a:r>
            <a:endParaRPr lang="pt-BR" sz="2400"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C40777-810E-9C2F-906E-76A460FEB0A6}"/>
              </a:ext>
            </a:extLst>
          </p:cNvPr>
          <p:cNvSpPr txBox="1"/>
          <p:nvPr/>
        </p:nvSpPr>
        <p:spPr>
          <a:xfrm>
            <a:off x="6989617" y="1489363"/>
            <a:ext cx="4918363" cy="3747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lnSpc>
                <a:spcPct val="110000"/>
              </a:lnSpc>
              <a:spcBef>
                <a:spcPts val="0"/>
              </a:spcBef>
              <a:buFont typeface="Arial"/>
              <a:buChar char="•"/>
            </a:pPr>
            <a:r>
              <a:rPr sz="2400"/>
              <a:t>Perfil Meridional</a:t>
            </a:r>
            <a:endParaRPr lang="pt-BR" sz="2400" dirty="0"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0E396B3-55EC-7AFA-A724-B2B0078DFD66}"/>
              </a:ext>
            </a:extLst>
          </p:cNvPr>
          <p:cNvCxnSpPr/>
          <p:nvPr/>
        </p:nvCxnSpPr>
        <p:spPr bwMode="auto">
          <a:xfrm flipH="1">
            <a:off x="9174725" y="3939401"/>
            <a:ext cx="544154" cy="1425975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CA5E66C2-7FAA-BF64-9E5F-03942E3DA174}"/>
              </a:ext>
            </a:extLst>
          </p:cNvPr>
          <p:cNvSpPr/>
          <p:nvPr/>
        </p:nvSpPr>
        <p:spPr bwMode="auto">
          <a:xfrm rot="-1020000">
            <a:off x="9076205" y="3002616"/>
            <a:ext cx="1497105" cy="847165"/>
          </a:xfrm>
          <a:prstGeom prst="ellipse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pt-BR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1" name="Picture 10" descr="chiller_layout_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95144"/>
            <a:ext cx="5175504" cy="3511296"/>
          </a:xfrm>
          <a:prstGeom prst="rect">
            <a:avLst/>
          </a:prstGeom>
        </p:spPr>
      </p:pic>
      <p:pic>
        <p:nvPicPr>
          <p:cNvPr id="12" name="Picture 11" descr="chiller_profile_R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1993392"/>
            <a:ext cx="448056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8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3E956-D1AD-1091-132D-C87C58C44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8379E1D-D58E-6B84-C1AB-3484765EA0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253365"/>
            <a:r>
              <a:t>Tanque Chiller — GreyLogix</a:t>
            </a:r>
            <a:endParaRPr lang="pt-BR" dirty="0" err="1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2F11165-A1D1-B5A6-661F-5141E1F5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Físicos &amp; Condições de Contorno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12A02C-E79E-0539-1D3E-9177814CF78D}"/>
              </a:ext>
            </a:extLst>
          </p:cNvPr>
          <p:cNvSpPr txBox="1"/>
          <p:nvPr/>
        </p:nvSpPr>
        <p:spPr>
          <a:xfrm>
            <a:off x="796636" y="1489363"/>
            <a:ext cx="4918363" cy="3747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10000"/>
              </a:lnSpc>
              <a:buFont typeface="Arial"/>
              <a:buChar char="•"/>
            </a:pPr>
            <a:r>
              <a:rPr sz="2400"/>
              <a:t>Configuração CFD</a:t>
            </a:r>
            <a:endParaRPr lang="pt-BR" sz="2400" dirty="0"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6DA925-9025-39A5-AB1E-A6B4AA72FA86}"/>
              </a:ext>
            </a:extLst>
          </p:cNvPr>
          <p:cNvSpPr txBox="1"/>
          <p:nvPr/>
        </p:nvSpPr>
        <p:spPr>
          <a:xfrm>
            <a:off x="935181" y="2234045"/>
            <a:ext cx="3390898" cy="1195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1300"/>
              <a:t>Modelos Físicos:</a:t>
            </a:r>
            <a:endParaRPr lang="pt-BR" dirty="0" err="1">
              <a:ea typeface="Arial Unicode MS"/>
              <a:cs typeface="Arial"/>
            </a:endParaRPr>
          </a:p>
          <a:p>
            <a:r>
              <a:rPr sz="1300"/>
              <a:t>• Implícito Unsteady (Δt = 1 s)</a:t>
            </a:r>
          </a:p>
          <a:p>
            <a:r>
              <a:rPr sz="1300"/>
              <a:t>• k-ε Realizable (turbulência)</a:t>
            </a:r>
          </a:p>
          <a:p>
            <a:r>
              <a:rPr sz="1300"/>
              <a:t>• Densidade Polinomial em T</a:t>
            </a:r>
          </a:p>
          <a:p>
            <a:r>
              <a:rPr sz="1300"/>
              <a:t>  ρ = 1082,88 − 0,55·T  [kg/m³, T em K]</a:t>
            </a:r>
          </a:p>
          <a:p>
            <a:r>
              <a:rPr sz="1300"/>
              <a:t>• Gravidade: g = −9,81 m/s² (eixo Z)</a:t>
            </a:r>
          </a:p>
          <a:p>
            <a:r>
              <a:rPr sz="1300"/>
              <a:t/>
            </a:r>
          </a:p>
          <a:p>
            <a:r>
              <a:rPr sz="1300"/>
              <a:t>Condições de Contorno:</a:t>
            </a:r>
          </a:p>
          <a:p>
            <a:r>
              <a:rPr sz="1300"/>
              <a:t>• Inlet (teto, DN150): T = −5°C, Q = 12 m³/h</a:t>
            </a:r>
          </a:p>
          <a:p>
            <a:r>
              <a:rPr sz="1300"/>
              <a:t>• Outlet (ápice do cone): Pressão = 0 Pa rel.</a:t>
            </a:r>
          </a:p>
          <a:p>
            <a:r>
              <a:rPr sz="1300"/>
              <a:t>• Paredes: adiabáticas, sem deslizamento</a:t>
            </a:r>
          </a:p>
          <a:p>
            <a:r>
              <a:rPr sz="1300"/>
              <a:t>• T inicial: +5°C (uniforme)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1883664"/>
            <a:ext cx="5934456" cy="4169663"/>
          </a:xfrm>
          <a:prstGeom prst="rect">
            <a:avLst/>
          </a:prstGeom>
          <a:noFill/>
          <a:solidFill>
            <a:srgbClr val="DCDCDC"/>
          </a:solidFill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46464"/>
                </a:solidFill>
              </a:rPr>
              <a:t>INSERT:
Scalar Scene — Tanque
(Vista frontal, t=0 s)</a:t>
            </a:r>
          </a:p>
        </p:txBody>
      </p:sp>
    </p:spTree>
    <p:extLst>
      <p:ext uri="{BB962C8B-B14F-4D97-AF65-F5344CB8AC3E}">
        <p14:creationId xmlns:p14="http://schemas.microsoft.com/office/powerpoint/2010/main" val="276987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8381-CD02-A543-F999-9E573DF3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C08CB12-2474-C1F7-7127-ACACC6C150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253365"/>
            <a:r>
              <a:t>Tanque Chiller — GreyLogix</a:t>
            </a:r>
            <a:endParaRPr lang="pt-BR" dirty="0" err="1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366A384-C426-28EB-5393-B63AC9E9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— Curto-Circuito &amp; Estratificação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C6A114-C8E0-178D-0DFC-3AF0E38D1490}"/>
              </a:ext>
            </a:extLst>
          </p:cNvPr>
          <p:cNvSpPr txBox="1"/>
          <p:nvPr/>
        </p:nvSpPr>
        <p:spPr>
          <a:xfrm>
            <a:off x="796636" y="1489363"/>
            <a:ext cx="4918363" cy="3747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10000"/>
              </a:lnSpc>
              <a:buFont typeface="Arial"/>
              <a:buChar char="•"/>
            </a:pPr>
            <a:r>
              <a:rPr sz="2400"/>
              <a:t>Descobertas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3015AB-313D-506A-B602-F471CF42EDF8}"/>
              </a:ext>
            </a:extLst>
          </p:cNvPr>
          <p:cNvSpPr txBox="1"/>
          <p:nvPr/>
        </p:nvSpPr>
        <p:spPr>
          <a:xfrm>
            <a:off x="800710" y="2234045"/>
            <a:ext cx="2836717" cy="7797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1200"/>
              <a:t>① Curto-circuito em ~85 s</a:t>
            </a:r>
          </a:p>
          <a:p>
            <a:r>
              <a:rPr sz="1200"/>
              <a:t>   Jato frio (−5°C) atinge outlet</a:t>
            </a:r>
          </a:p>
          <a:p>
            <a:r>
              <a:rPr sz="1200"/>
              <a:t>   antes do bulk ser resfriado.</a:t>
            </a:r>
          </a:p>
          <a:p>
            <a:r>
              <a:rPr sz="1200"/>
              <a:t/>
            </a:r>
          </a:p>
          <a:p>
            <a:r>
              <a:rPr sz="1200"/>
              <a:t>② Estratificação térmica (Filling-Box)</a:t>
            </a:r>
          </a:p>
          <a:p>
            <a:r>
              <a:rPr sz="1200"/>
              <a:t>   3 zonas: bulk, núcleo do plume,</a:t>
            </a:r>
          </a:p>
          <a:p>
            <a:r>
              <a:rPr sz="1200"/>
              <a:t>   warm lid no topo.</a:t>
            </a:r>
          </a:p>
          <a:p>
            <a:r>
              <a:rPr sz="1200"/>
              <a:t/>
            </a:r>
          </a:p>
          <a:p>
            <a:r>
              <a:rPr sz="1200"/>
              <a:t>③ Termoclina homogeneizada por</a:t>
            </a:r>
          </a:p>
          <a:p>
            <a:r>
              <a:rPr sz="1200"/>
              <a:t>   escoamento contínuo após t ≈ 1τ.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29000"/>
            <a:ext cx="4919472" cy="2825496"/>
          </a:xfrm>
          <a:prstGeom prst="rect">
            <a:avLst/>
          </a:prstGeom>
          <a:noFill/>
          <a:solidFill>
            <a:srgbClr val="D2E6FA"/>
          </a:solidFill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46464"/>
                </a:solidFill>
              </a:rPr>
              <a:t>INSERT:
Vector Scene — t ≈ 85–115 s
(Curto-circuito)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042415"/>
            <a:ext cx="4846320" cy="2587752"/>
          </a:xfrm>
          <a:prstGeom prst="rect">
            <a:avLst/>
          </a:prstGeom>
          <a:noFill/>
          <a:solidFill>
            <a:srgbClr val="D2E6FA"/>
          </a:solidFill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46464"/>
                </a:solidFill>
              </a:rPr>
              <a:t>INSERT:
Scalar Scene — t ≈ 1000 s
(Estratificação inicial)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4023360"/>
            <a:ext cx="4828032" cy="2331720"/>
          </a:xfrm>
          <a:prstGeom prst="rect">
            <a:avLst/>
          </a:prstGeom>
          <a:noFill/>
          <a:solidFill>
            <a:srgbClr val="D2E6FA"/>
          </a:solidFill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46464"/>
                </a:solidFill>
              </a:rPr>
              <a:t>INSERT:
XY Plot T(z) — múltiplos instantes
(Perfil de estratificação)</a:t>
            </a:r>
          </a:p>
        </p:txBody>
      </p:sp>
    </p:spTree>
    <p:extLst>
      <p:ext uri="{BB962C8B-B14F-4D97-AF65-F5344CB8AC3E}">
        <p14:creationId xmlns:p14="http://schemas.microsoft.com/office/powerpoint/2010/main" val="120838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EA8D-CAD8-D250-C324-BA1979D6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FCF557D-2A60-DFC1-32CA-82B52DA416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253365"/>
            <a:r>
              <a:t>Tanque Chiller — GreyLogix</a:t>
            </a:r>
            <a:endParaRPr lang="pt-BR" dirty="0" err="1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437A40F-E9C9-7331-40A3-7DFF8FF7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— Curva de Resfriamento &amp; Previsão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B01326-C9C3-8273-82D2-0AC75B5B3C10}"/>
              </a:ext>
            </a:extLst>
          </p:cNvPr>
          <p:cNvSpPr txBox="1"/>
          <p:nvPr/>
        </p:nvSpPr>
        <p:spPr>
          <a:xfrm>
            <a:off x="796636" y="1489363"/>
            <a:ext cx="4918363" cy="3747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10000"/>
              </a:lnSpc>
              <a:buFont typeface="Arial"/>
              <a:buChar char="•"/>
            </a:pPr>
            <a:r>
              <a:rPr sz="2000"/>
              <a:t>Comportamento CSTR Validado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710153-05BD-1CE8-284C-F82C812B7D96}"/>
              </a:ext>
            </a:extLst>
          </p:cNvPr>
          <p:cNvSpPr txBox="1"/>
          <p:nvPr/>
        </p:nvSpPr>
        <p:spPr>
          <a:xfrm>
            <a:off x="800710" y="2234045"/>
            <a:ext cx="3896890" cy="364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1300"/>
              <a:t>T(t) = −5 + 10 · e^(−t / 20772)  [°C]</a:t>
            </a:r>
            <a:endParaRPr lang="pt-BR" dirty="0"/>
          </a:p>
          <a:p>
            <a:r>
              <a:rPr sz="1300"/>
              <a:t/>
            </a:r>
          </a:p>
          <a:p>
            <a:r>
              <a:rPr sz="1300"/>
              <a:t>τ = V/Q = 69,3 m³ / (12 m³/h) = 5,77 h</a:t>
            </a:r>
          </a:p>
          <a:p>
            <a:r>
              <a:rPr sz="1300"/>
              <a:t/>
            </a:r>
          </a:p>
          <a:p>
            <a:r>
              <a:rPr sz="1300"/>
              <a:t>Validação:   t = 20 000 s → −1,2°C (CFD: −1,0°C) ✓</a:t>
            </a:r>
          </a:p>
          <a:p>
            <a:r>
              <a:rPr sz="1300"/>
              <a:t>             t = 43 000 s → −3,7°C (CFD: −3,6°C) ✓</a:t>
            </a:r>
          </a:p>
          <a:p>
            <a:r>
              <a:rPr sz="1300"/>
              <a:t/>
            </a:r>
          </a:p>
          <a:p>
            <a:r>
              <a:rPr sz="1300"/>
              <a:t>Previsão:</a:t>
            </a:r>
          </a:p>
          <a:p>
            <a:r>
              <a:rPr sz="1300"/>
              <a:t>  14,4 h → T ≈ −4,0°C</a:t>
            </a:r>
          </a:p>
          <a:p>
            <a:r>
              <a:rPr sz="1300"/>
              <a:t>  17,3 h → T ≈ −4,5°C</a:t>
            </a:r>
          </a:p>
          <a:p>
            <a:r>
              <a:rPr sz="1300"/>
              <a:t>  23,1 h → T ≈ −4,8°C  ← regime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70632"/>
            <a:ext cx="5285232" cy="3026664"/>
          </a:xfrm>
          <a:prstGeom prst="rect">
            <a:avLst/>
          </a:prstGeom>
          <a:noFill/>
          <a:solidFill>
            <a:srgbClr val="DCFADC"/>
          </a:solidFill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46464"/>
                </a:solidFill>
              </a:rPr>
              <a:t>INSERT:
Monitor Temp. Topo (0–43 000 s)
+ curva CSTR analítica sobreposta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127248"/>
            <a:ext cx="5120640" cy="2313432"/>
          </a:xfrm>
          <a:prstGeom prst="rect">
            <a:avLst/>
          </a:prstGeom>
          <a:noFill/>
          <a:solidFill>
            <a:srgbClr val="DCFADC"/>
          </a:solidFill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46464"/>
                </a:solidFill>
              </a:rPr>
              <a:t>INSERT:
Monitor Sensor Alto &amp; Baixo
(comparação sensores)</a:t>
            </a:r>
          </a:p>
        </p:txBody>
      </p:sp>
    </p:spTree>
    <p:extLst>
      <p:ext uri="{BB962C8B-B14F-4D97-AF65-F5344CB8AC3E}">
        <p14:creationId xmlns:p14="http://schemas.microsoft.com/office/powerpoint/2010/main" val="21440115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heme/theme1.xml><?xml version="1.0" encoding="utf-8"?>
<a:theme xmlns:a="http://schemas.openxmlformats.org/drawingml/2006/main" name="CREATIVE DESIGN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square" lIns="108000" tIns="54000" rIns="108000" bIns="54000" numCol="1" spcCol="72000" rtlCol="0" anchor="ctr">
        <a:noAutofit/>
      </a:bodyPr>
      <a:lstStyle>
        <a:defPPr algn="ctr">
          <a:lnSpc>
            <a:spcPct val="110000"/>
          </a:lnSpc>
          <a:spcBef>
            <a:spcPct val="0"/>
          </a:spcBef>
          <a:buFont typeface="Wingdings" charset="0"/>
          <a:buNone/>
          <a:defRPr sz="18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 W3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2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  <a:extLst>
    <a:ext uri="{05A4C25C-085E-4340-85A3-A5531E510DB2}">
      <thm15:themeFamily xmlns:thm15="http://schemas.microsoft.com/office/thememl/2012/main" name="CREATIVE DESIGN" id="{7E2B9DFB-A1EE-4D87-BAC7-56DBA9E1209E}" vid="{F6202A63-74C9-4009-B496-F3B4BE5D259F}"/>
    </a:ext>
  </a:extLst>
</a:theme>
</file>

<file path=ppt/theme/theme2.xml><?xml version="1.0" encoding="utf-8"?>
<a:theme xmlns:a="http://schemas.openxmlformats.org/drawingml/2006/main" name="6_CREATIVE DESIGN">
  <a:themeElements>
    <a:clrScheme name="Personalizada 2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00B0F0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square" lIns="108000" tIns="54000" rIns="108000" bIns="54000" numCol="1" spcCol="72000" rtlCol="0" anchor="ctr">
        <a:noAutofit/>
      </a:bodyPr>
      <a:lstStyle>
        <a:defPPr algn="ctr">
          <a:lnSpc>
            <a:spcPct val="110000"/>
          </a:lnSpc>
          <a:spcBef>
            <a:spcPct val="0"/>
          </a:spcBef>
          <a:buFont typeface="Wingdings" charset="0"/>
          <a:buNone/>
          <a:defRPr sz="18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 W3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2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  <a:extLst>
    <a:ext uri="{05A4C25C-085E-4340-85A3-A5531E510DB2}">
      <thm15:themeFamily xmlns:thm15="http://schemas.microsoft.com/office/thememl/2012/main" name="CREATIVE DESIGN" id="{7E2B9DFB-A1EE-4D87-BAC7-56DBA9E1209E}" vid="{F6202A63-74C9-4009-B496-F3B4BE5D259F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baed10-7071-4ae8-b06e-bfaf8915f822" xsi:nil="true"/>
    <lcf76f155ced4ddcb4097134ff3c332f xmlns="5aa6edc3-0f42-45ff-bd73-a1e1a7bd1cf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849C0DA279C24EBF4DFD553AAB0DE0" ma:contentTypeVersion="14" ma:contentTypeDescription="Crie um novo documento." ma:contentTypeScope="" ma:versionID="f7d85080d63b9f57bc289c064e9282b2">
  <xsd:schema xmlns:xsd="http://www.w3.org/2001/XMLSchema" xmlns:xs="http://www.w3.org/2001/XMLSchema" xmlns:p="http://schemas.microsoft.com/office/2006/metadata/properties" xmlns:ns2="5aa6edc3-0f42-45ff-bd73-a1e1a7bd1cf3" xmlns:ns3="65baed10-7071-4ae8-b06e-bfaf8915f822" targetNamespace="http://schemas.microsoft.com/office/2006/metadata/properties" ma:root="true" ma:fieldsID="0135e46432739556efebe8662a4953af" ns2:_="" ns3:_="">
    <xsd:import namespace="5aa6edc3-0f42-45ff-bd73-a1e1a7bd1cf3"/>
    <xsd:import namespace="65baed10-7071-4ae8-b06e-bfaf8915f82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6edc3-0f42-45ff-bd73-a1e1a7bd1cf3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Marcações de imagem" ma:readOnly="false" ma:fieldId="{5cf76f15-5ced-4ddc-b409-7134ff3c332f}" ma:taxonomyMulti="true" ma:sspId="38a1ba3d-c1ae-43b7-a85c-9481e19771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aed10-7071-4ae8-b06e-bfaf8915f82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e8bfe23-3e6e-4794-b336-8b5907b0be99}" ma:internalName="TaxCatchAll" ma:showField="CatchAllData" ma:web="65baed10-7071-4ae8-b06e-bfaf8915f8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BE47E5-1F0D-46AA-AC82-9C6F6AAD4E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C78DF3-55D7-4E44-953D-A86B81CED7A3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65baed10-7071-4ae8-b06e-bfaf8915f822"/>
    <ds:schemaRef ds:uri="http://schemas.microsoft.com/office/2006/metadata/properties"/>
    <ds:schemaRef ds:uri="http://schemas.microsoft.com/office/2006/documentManagement/types"/>
    <ds:schemaRef ds:uri="5aa6edc3-0f42-45ff-bd73-a1e1a7bd1cf3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1CE6F92-4E95-4FA9-B713-E8B59738A1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6edc3-0f42-45ff-bd73-a1e1a7bd1cf3"/>
    <ds:schemaRef ds:uri="65baed10-7071-4ae8-b06e-bfaf8915f8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Portfolio Geral 1 PROGRAMAS E MODULOS</Template>
  <TotalTime>105</TotalTime>
  <Words>713</Words>
  <Application>Microsoft Office PowerPoint</Application>
  <PresentationFormat>Widescreen</PresentationFormat>
  <Paragraphs>177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CREATIVE DESIGN</vt:lpstr>
      <vt:lpstr>6_CREATIVE DESIGN</vt:lpstr>
      <vt:lpstr>Reed Valve Simulação FSI - Simcenter STAR-CCM+ Vinícius Freitas dos Santos</vt:lpstr>
      <vt:lpstr>Tutoriais</vt:lpstr>
      <vt:lpstr>Tutoriais</vt:lpstr>
      <vt:lpstr>Tutoriais</vt:lpstr>
      <vt:lpstr>Tutoriais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Especialistas em Simulação Somos uma equipe preparada para entregar resultados, inovação e competitividade.</dc:title>
  <dc:creator>João Pedro Grolli de Andrade</dc:creator>
  <cp:lastModifiedBy>Pedro Costa</cp:lastModifiedBy>
  <cp:revision>388</cp:revision>
  <dcterms:created xsi:type="dcterms:W3CDTF">2024-02-23T15:11:57Z</dcterms:created>
  <dcterms:modified xsi:type="dcterms:W3CDTF">2026-06-14T12:07:57Z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0x01010092849C0DA279C24EBF4DFD553AAB0DE0</vt:lpwstr>
  </property>
  <property fmtid="{D5CDD505-2E9C-101B-9397-08002B2CF9AE}" pid="3" name="MediaServiceImageTags">
    <vt:lpwstr/>
  </property>
</Properties>
</file>